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4B8A6"/>
                </a:solidFill>
              </a:rPr>
              <a:t>Construct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Unsupervised Anomaly Detection and Denoising with Autoencoders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CA3AF"/>
                </a:solidFill>
              </a:rPr>
              <a:t>Hardageri Vikranth Reddy — 24WU0102008</a:t>
            </a:r>
            <a:br/>
            <a:r>
              <a:t>Hasini Mukkumala — 24WU0102042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B8A6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1. Motivation — why detect defects without labels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2. Methodology — autoencoders, our three models, one-class protocol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3. Results — reconstructions, metrics, ROC/PR, latent space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4. Ablations — what each component really buys us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5. Limitations &amp; Q&amp;A — honest gaps and what is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B8A6"/>
                </a:solidFill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Factory visual inspection: thousands of items per hour, too fast for manual checks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Defects are rare and diverse — collecting labeled defects is slow and expensive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Goal: learn what “normal” looks like, then flag anything that does not fit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No defect labels needed — train only on good examples (one-class learning)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Our testbed: Fashion-MNIST — 28×28 images of clothing, 10 classes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Bonus task: denoise corrupted images with the same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B8A6"/>
                </a:solidFill>
              </a:rPr>
              <a:t>What Is an Autoencoder?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1234440" cy="1737360"/>
          </a:xfrm>
          <a:prstGeom prst="roundRect">
            <a:avLst/>
          </a:prstGeom>
          <a:solidFill>
            <a:srgbClr val="2B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Input</a:t>
            </a:r>
            <a:br/>
            <a:r>
              <a:t>784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709928" y="2770632"/>
            <a:ext cx="283464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11680" y="2011680"/>
            <a:ext cx="1234440" cy="1737360"/>
          </a:xfrm>
          <a:prstGeom prst="roundRect">
            <a:avLst/>
          </a:prstGeom>
          <a:solidFill>
            <a:srgbClr val="2B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512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64408" y="2770632"/>
            <a:ext cx="283464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2011680"/>
            <a:ext cx="1234440" cy="1737360"/>
          </a:xfrm>
          <a:prstGeom prst="roundRect">
            <a:avLst/>
          </a:prstGeom>
          <a:solidFill>
            <a:srgbClr val="2B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256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18888" y="2770632"/>
            <a:ext cx="283464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2011680"/>
            <a:ext cx="1234440" cy="17373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2937"/>
                </a:solidFill>
              </a:rPr>
              <a:t>32</a:t>
            </a:r>
            <a:br/>
            <a:r>
              <a:t>bottleneck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373368" y="2770632"/>
            <a:ext cx="283464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2011680"/>
            <a:ext cx="1234440" cy="1737360"/>
          </a:xfrm>
          <a:prstGeom prst="roundRect">
            <a:avLst/>
          </a:prstGeom>
          <a:solidFill>
            <a:srgbClr val="2B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256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27848" y="2770632"/>
            <a:ext cx="283464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1234440" cy="1737360"/>
          </a:xfrm>
          <a:prstGeom prst="roundRect">
            <a:avLst/>
          </a:prstGeom>
          <a:solidFill>
            <a:srgbClr val="2B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512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82328" y="2770632"/>
            <a:ext cx="283464" cy="219456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84080" y="2011680"/>
            <a:ext cx="1234440" cy="1737360"/>
          </a:xfrm>
          <a:prstGeom prst="roundRect">
            <a:avLst/>
          </a:prstGeom>
          <a:solidFill>
            <a:srgbClr val="2B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Output</a:t>
            </a:r>
            <a:br/>
            <a:r>
              <a:t>784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</a:rPr>
              <a:t>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4114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</a:rPr>
              <a:t>Latent code 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114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</a:rPr>
              <a:t>Decoder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FFFFF"/>
                </a:solidFill>
              </a:rPr>
              <a:t>Compressor (encoder) squeezes the image into a tiny code, then rebuilds it (decoder)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FFFFF"/>
                </a:solidFill>
              </a:rPr>
              <a:t>Trained to copy its input — the bottleneck forces it to keep only essentials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FFFFF"/>
                </a:solidFill>
              </a:rPr>
              <a:t>Large rebuild error on a new image → likely an anomaly (never seen this before)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B8A6"/>
                </a:solidFill>
              </a:rPr>
              <a:t>Three Models We Built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  <a:gridCol w="1645920"/>
                <a:gridCol w="164592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Architecture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Params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Test MSE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ROC-AUC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FC-AE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784 → 512 → 256 → 32 bottleneck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1,086,768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0.01979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0.843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Conv-AE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conv 1 → 32 → 64, latent 32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256,257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0.01459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0.857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Denoising-AE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conv backbone + Gaussian noise σ=0.3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256,257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0.01668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0.843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9CA3AF"/>
                </a:solidFill>
              </a:rPr>
              <a:t>FC-AE = fully connected baseline; Conv-AE = convolutional (best); Denoising-AE = learns to remove input noise.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B8A6"/>
                </a:solidFill>
              </a:rPr>
              <a:t>One-Class Anomaly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Training: 9 classes only — class 5 (Sandal) is held out, never seen by the model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Scoring: anomaly score = reconstruction error (MSE) on each test image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Threshold: 95th percentile of reconstruction error on normal data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Test set: 9,000 normal images + 1,000 held-out Sandal images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Result (Conv-AE): precision 0.416, recall 0.321, F1 0.363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Sandals reconstruct badly because the model never learned their shape → high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B8A6"/>
                </a:solidFill>
              </a:rPr>
              <a:t>Training Curves</a:t>
            </a:r>
          </a:p>
        </p:txBody>
      </p:sp>
      <p:pic>
        <p:nvPicPr>
          <p:cNvPr id="3" name="Picture 2" descr="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9CA3AF"/>
                </a:solidFill>
              </a:rPr>
              <a:t>Train/validation loss over 8 epochs for FC, Conv, and Denoising autoencoders (Adam 1e-3, cosine schedule, batch 256, seed 42).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B8A6"/>
                </a:solidFill>
              </a:rPr>
              <a:t>Reconstruction Gallery — Conv-AE</a:t>
            </a:r>
          </a:p>
        </p:txBody>
      </p:sp>
      <p:pic>
        <p:nvPicPr>
          <p:cNvPr id="3" name="Picture 2" descr="recon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9CA3AF"/>
                </a:solidFill>
              </a:rPr>
              <a:t>Original vs reconstructed images: sharp details show the 32-dim bottleneck captures real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B8A6"/>
                </a:solidFill>
              </a:rPr>
              <a:t>Results: All Three Models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  <a:gridCol w="1645920"/>
                <a:gridCol w="164592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Test MSE ↓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ROC-AUC ↑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Precision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Recall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F1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FC-AE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0.01979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0.843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0.401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0.301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0.344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Conv-AE (best)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0.01459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0.857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0.416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0.321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0.363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Denoising-AE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0.01668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0.843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0.404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0.305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0.348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937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FFFFF"/>
                </a:solidFill>
              </a:rPr>
              <a:t>Conv-AE wins on every metric — 4× fewer parameters than FC-AE, better everywhere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FFFFF"/>
                </a:solidFill>
              </a:rPr>
              <a:t>Precision/recall/F1 reported for Conv-AE at the 95th-percentile error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B8A6"/>
                </a:solidFill>
              </a:rPr>
              <a:t>ROC and Precision-Recall Curves</a:t>
            </a:r>
          </a:p>
        </p:txBody>
      </p:sp>
      <p:pic>
        <p:nvPicPr>
          <p:cNvPr id="3" name="Picture 2" descr="roc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9CA3AF"/>
                </a:solidFill>
              </a:rPr>
              <a:t>ROC-AUC 0.857 (Conv-AE) — reconstruction error separates unseen Sandals from normal items.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B8A6"/>
                </a:solidFill>
              </a:rPr>
              <a:t>Latent Space — Conv-AE</a:t>
            </a:r>
          </a:p>
        </p:txBody>
      </p:sp>
      <p:pic>
        <p:nvPicPr>
          <p:cNvPr id="3" name="Picture 2" descr="latent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9CA3AF"/>
                </a:solidFill>
              </a:rPr>
              <a:t>PCA + t-SNE of the 32-dim bottleneck: similar garments cluster together without any labels.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B8A6"/>
                </a:solidFill>
              </a:rPr>
              <a:t>Ablations (FC-AE): Batch-Norm Is Critical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2976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Variant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Test MSE ↓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B8A6"/>
                          </a:solidFill>
                        </a:rPr>
                        <a:t>ROC-AUC ↑</a:t>
                      </a:r>
                    </a:p>
                  </a:txBody>
                  <a:tcPr anchor="ctr">
                    <a:solidFill>
                      <a:srgbClr val="2B37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0.01979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0.843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No batch-norm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0.03767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0.773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No dropout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0.02144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FFFFFF"/>
                          </a:solidFill>
                        </a:rPr>
                        <a:t>0.817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FFFFF"/>
                </a:solidFill>
              </a:rPr>
              <a:t>Removing batch-norm nearly doubles MSE and drops AUC by 0.070 — the biggest single factor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FFFFF"/>
                </a:solidFill>
              </a:rPr>
              <a:t>Dropout removal hurts less (AUC 0.843 → 0.817); regularizes without degrading much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B8A6"/>
                </a:solidFill>
              </a:rPr>
              <a:t>Denoising Demo</a:t>
            </a:r>
          </a:p>
        </p:txBody>
      </p:sp>
      <p:pic>
        <p:nvPicPr>
          <p:cNvPr id="3" name="Picture 2" descr="recon_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9CA3AF"/>
                </a:solidFill>
              </a:rPr>
              <a:t>Noisy input → clean reconstruction. Trained with Gaussian noise σ=0.3; test MSE 0.01668.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4B8A6"/>
                </a:solidFill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Single seed (42) — no repeated runs, so no variance estimates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Only 8 epochs of training — models may be undertrained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One fixed anomaly class (Sandal) — results may not generalize to other classes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MSE-only scoring — perceptual or feature-space losses unexplored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</a:rPr>
              <a:t>No real factory images — Fashion-MNIST is a clean proxy, not production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14B8A6"/>
                </a:solidFill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CA3AF"/>
                </a:solidFill>
              </a:rPr>
              <a:t>Backup: live demo script in docs/DEMO_SCRIPT.md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>
                <a:solidFill>
                  <a:srgbClr val="9CA3AF"/>
                </a:solidFill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